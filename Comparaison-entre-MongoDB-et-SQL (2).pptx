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Unbounded"/>
      <p:regular r:id="rId12"/>
    </p:embeddedFont>
    <p:embeddedFont>
      <p:font typeface="Unbounded"/>
      <p:regular r:id="rId13"/>
    </p:embeddedFont>
    <p:embeddedFont>
      <p:font typeface="Cabin"/>
      <p:regular r:id="rId14"/>
    </p:embeddedFont>
    <p:embeddedFont>
      <p:font typeface="Cabin"/>
      <p:regular r:id="rId15"/>
    </p:embeddedFont>
    <p:embeddedFont>
      <p:font typeface="Cabin"/>
      <p:regular r:id="rId16"/>
    </p:embeddedFont>
    <p:embeddedFont>
      <p:font typeface="Cabin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504242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Comparaison entre MongoDB et SQL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271248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Présentation des bases de données NoSQL et SQL et comparaison détaillée.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324124" y="5324356"/>
            <a:ext cx="382905" cy="382905"/>
          </a:xfrm>
          <a:prstGeom prst="roundRect">
            <a:avLst>
              <a:gd name="adj" fmla="val 23878209"/>
            </a:avLst>
          </a:prstGeom>
          <a:solidFill>
            <a:srgbClr val="8C52CB"/>
          </a:solidFill>
          <a:ln w="7620">
            <a:solidFill>
              <a:srgbClr val="4D4D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58307" y="5466993"/>
            <a:ext cx="114538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YK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826687" y="5306497"/>
            <a:ext cx="2934653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3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par Younouss  Kouakou</a:t>
            </a:r>
            <a:endParaRPr lang="en-US" sz="2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56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7842" y="3608665"/>
            <a:ext cx="8450342" cy="695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Qu'est-ce que MongoDB ?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827842" y="4658916"/>
            <a:ext cx="6369129" cy="1341001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1064300" y="4895374"/>
            <a:ext cx="278272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Type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064300" y="5384959"/>
            <a:ext cx="5896213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NoSQL orienté documents, flexible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7433429" y="4658916"/>
            <a:ext cx="6369129" cy="1341001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7669887" y="4895374"/>
            <a:ext cx="278272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Schéma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669887" y="5384959"/>
            <a:ext cx="5896213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Schéma dynamique, modifiable à volonté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27842" y="6236375"/>
            <a:ext cx="6369129" cy="1341001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1064300" y="6472833"/>
            <a:ext cx="278272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Requêtes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064300" y="6962418"/>
            <a:ext cx="5896213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Requêtes JSON expressive pour documents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7433429" y="6236375"/>
            <a:ext cx="6369129" cy="1341001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4" name="Text 11"/>
          <p:cNvSpPr/>
          <p:nvPr/>
        </p:nvSpPr>
        <p:spPr>
          <a:xfrm>
            <a:off x="7669887" y="6472833"/>
            <a:ext cx="278272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Cas d’usage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7669887" y="6962418"/>
            <a:ext cx="5896213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Applications avec données non structurées, évolutives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56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7842" y="3608665"/>
            <a:ext cx="6506289" cy="695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Qu'est-ce que SQL ?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827842" y="4658916"/>
            <a:ext cx="6369129" cy="1341001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1064300" y="4895374"/>
            <a:ext cx="278272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Type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064300" y="5384959"/>
            <a:ext cx="5896213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Base de données relationnelle structurée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7433429" y="4658916"/>
            <a:ext cx="6369129" cy="1341001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7669887" y="4895374"/>
            <a:ext cx="278272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Schéma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669887" y="5384959"/>
            <a:ext cx="5896213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Schéma fixe, rigide et strict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27842" y="6236375"/>
            <a:ext cx="6369129" cy="1341001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1064300" y="6472833"/>
            <a:ext cx="278272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Requêtes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064300" y="6962418"/>
            <a:ext cx="5896213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Langage SQL standardisé puissant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7433429" y="6236375"/>
            <a:ext cx="6369129" cy="1341001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4" name="Text 11"/>
          <p:cNvSpPr/>
          <p:nvPr/>
        </p:nvSpPr>
        <p:spPr>
          <a:xfrm>
            <a:off x="7669887" y="6472833"/>
            <a:ext cx="278272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Cas d’usage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7669887" y="6962418"/>
            <a:ext cx="5896213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Données relationnelles, intégrité forte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95011"/>
            <a:ext cx="1190589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Comparaison Clé MongoDB VS SQL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297317"/>
            <a:ext cx="2800826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Modèle de données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240530"/>
            <a:ext cx="280082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MongoDB : documents JSON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5221962"/>
            <a:ext cx="280082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SQL : tables relationnelles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4230053" y="3297317"/>
            <a:ext cx="280082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Flexibilité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30053" y="3888581"/>
            <a:ext cx="280082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MongoDB : schéma libre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230053" y="4486989"/>
            <a:ext cx="280082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SQL : schéma strict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622381" y="3297317"/>
            <a:ext cx="280082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Scalabilité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22381" y="3888581"/>
            <a:ext cx="280082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MongoDB : horizontale facile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622381" y="4870013"/>
            <a:ext cx="280082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SQL : principalement verticale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1014710" y="3297317"/>
            <a:ext cx="280082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Transaction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014710" y="3888581"/>
            <a:ext cx="280082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MongoDB : supporte transactions multi-documents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1014710" y="5253038"/>
            <a:ext cx="280082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SQL : supporte transactions ACID fortes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92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4407456"/>
            <a:ext cx="673834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Quelle base choisir ?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5470446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1615559" y="555271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MongoDB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15559" y="6048256"/>
            <a:ext cx="334101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Parfait pour données non structurées, évolutives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55776" y="5470446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6033611" y="555271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SQL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33611" y="6048256"/>
            <a:ext cx="334101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Idéal pour applications exigeant intégrité et relations complexes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9673828" y="5470446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10451663" y="5552718"/>
            <a:ext cx="298525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Choix stratégique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451663" y="6048256"/>
            <a:ext cx="334101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Dépend des besoins du projet et de la complexité des données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2025-05-02T01:06:01Z</dcterms:created>
  <dcterms:modified xsi:type="dcterms:W3CDTF">2025-05-02T01:06:01Z</dcterms:modified>
</cp:coreProperties>
</file>